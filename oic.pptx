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8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EAD23-4B3B-4FC7-A3EB-6DBEDC185EC5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F76FC-923A-4FB3-A62E-042CD640B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49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F76FC-923A-4FB3-A62E-042CD640B13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57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43A4-2150-FF6D-029C-DB0D71D35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4CC3B-3157-977C-84C0-FC1D54BC3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19553-5C37-B10B-2875-3075B2B0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B054-48F6-9A77-3374-B4AFC340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0CF80-BA18-2869-8D29-E1771103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93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DE68-1596-D311-81B1-CC2F0AFE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6698-A02B-9B21-D799-215F9548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CD4F0-B8FD-E9BD-E6DF-06B2C901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0C4D-AE6E-3E78-55FE-46D5E1D6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A73B2-E7D4-D029-0AA8-36E1054E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58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A806-0E37-D3F6-A527-21E23BE7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B19D6-1382-71FB-905E-9DDD9722C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E822-B77A-CD9E-DCE3-0ED41970D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F5C95-8E33-BF9E-8D26-C29695CB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4F6C-F6EB-E457-FFF6-C33DF927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93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AE18-9FCC-2E5F-4D81-ED0D0052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E230B-BD8A-A498-1AAC-F29A74A64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ED47C-0EAC-846A-D660-C5D02A3F2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8C8BF-7EFC-0016-8481-EBB5CD02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6E36D-DE24-B5F4-C2EA-CE639A80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6E14C-BE6F-733A-263E-EF800A66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20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F888-3777-7F2A-99F4-6BF2C70C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6EBEF-4BDA-7E83-83FA-960DDFD25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2E08C-D8C3-6D5A-90BC-6579616D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51961-5D7C-6DCD-B271-C07EC8A49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32C88-DE07-15AC-664A-0C6EEF28F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32E12-3996-5B4C-FDB1-929D3EFB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1D514-48AC-59CD-244B-B08664D8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82D8D-12E8-837A-B231-87AA7C28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4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08FA-43E9-9F41-650D-3EFA4D2E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9CC77-0F48-CD63-AE32-CCD27AAF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BD3D3-C01D-9A2B-820A-7E84636A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132B0-4388-E817-58C0-3D2D41FC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15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59061-876E-8B16-AFBF-69D2C60B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D7B33-9AA9-DAF1-4826-AD8D6766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CE5BB-0482-8F40-7FF3-47F7B5A6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68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27FD-18DA-5A68-5339-A35D5AEB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59D1-1BE8-A482-CE8E-7E203EA33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56D6E-D480-EF3A-D74A-9F7D5BE73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B8FAA-CA70-A855-F220-6AA294FA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44365-DC1E-5499-FD44-598CA0DE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104A4-2850-C785-D8C7-326945B3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79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046F-02F2-A26B-1ED3-2DB5FD1FB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F3A0E-00FF-C2D7-FDB2-957444528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7B0AF-168D-AD4F-B320-069965FEE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D369F-DFC7-71E5-74DB-EE159CCB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0B4B4-3690-6F4E-C3B4-1BC39D1F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0F044-F4CA-2767-21BA-0E2944AA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3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BA1D-2A42-2E9E-BE48-67A2B026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2FA3E-93C4-D64C-7781-937DC1567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B9F10-E72F-F35E-34EC-CD168695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551-3F2D-CA17-F39A-FA0BA1AB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683F8-1CE6-6C7B-D0DC-5849874D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55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8A3FF-CB19-F1BB-B74B-F7CB8556B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F0C99-0261-184F-6CD5-8E694B80B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FBB3-8C82-2465-5A1D-7CE2B66B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D686B-EA1C-79DA-982C-1DED8229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F4BDD-D06B-163B-9A1C-C85A5E51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59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2B28A-11B4-E4B2-2CBC-FF466B2C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E7FFD-4E0D-E96C-A0FA-57B199C4E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B24D-D474-6C45-A786-31752C55B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C2B4-5D09-49DC-A9E8-1F8767BBAB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492FE-602A-7822-B3C3-B7B136916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DBA7-3298-7CB9-A4B8-2D512F836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46853-6CBD-47D3-8B8A-330B3CD75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76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D376-D20F-DBD6-6FF2-D04B5F566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9EC51-DBB8-E283-9813-41CF2BDC74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00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1D3B-D81E-BC50-E4F4-4E3EEE06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connect OIC  (115 Adapters)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FE952-4952-97FB-AA6A-D0A9138C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Oracle SaaS -&gt; Oracle SaaS</a:t>
            </a:r>
          </a:p>
          <a:p>
            <a:r>
              <a:rPr lang="en-IN" dirty="0"/>
              <a:t>Oracle Saas-&gt; Third-party SaaS Apps(SF,SAP,CRM,HRMS…ETC)</a:t>
            </a:r>
          </a:p>
          <a:p>
            <a:r>
              <a:rPr lang="en-IN" dirty="0"/>
              <a:t>Oracle Saas-&gt; On-Prem Apps</a:t>
            </a:r>
          </a:p>
          <a:p>
            <a:r>
              <a:rPr lang="en-IN" dirty="0"/>
              <a:t>Generic social media apps(</a:t>
            </a:r>
            <a:r>
              <a:rPr lang="en-IN" dirty="0" err="1"/>
              <a:t>Li,TW,FAC,OUTLOOK,MS..ETC</a:t>
            </a:r>
            <a:r>
              <a:rPr lang="en-IN" dirty="0"/>
              <a:t>)</a:t>
            </a:r>
          </a:p>
          <a:p>
            <a:r>
              <a:rPr lang="en-IN" dirty="0"/>
              <a:t>Generic services (SOAP,REST,DB,FILE,FTP)																										 </a:t>
            </a:r>
          </a:p>
        </p:txBody>
      </p:sp>
    </p:spTree>
    <p:extLst>
      <p:ext uri="{BB962C8B-B14F-4D97-AF65-F5344CB8AC3E}">
        <p14:creationId xmlns:p14="http://schemas.microsoft.com/office/powerpoint/2010/main" val="301900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29BA-42FF-4B31-8EAE-87D65A24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Building blocks in	 OIC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A765C-E8F3-6D30-3782-BBB73C3AF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Connections</a:t>
            </a:r>
          </a:p>
          <a:p>
            <a:r>
              <a:rPr lang="en-IN" dirty="0"/>
              <a:t>Adapters</a:t>
            </a:r>
          </a:p>
          <a:p>
            <a:r>
              <a:rPr lang="en-IN" dirty="0"/>
              <a:t>Integration</a:t>
            </a:r>
          </a:p>
          <a:p>
            <a:r>
              <a:rPr lang="en-IN" dirty="0"/>
              <a:t>Map</a:t>
            </a:r>
          </a:p>
          <a:p>
            <a:r>
              <a:rPr lang="en-IN" dirty="0"/>
              <a:t>Library</a:t>
            </a:r>
          </a:p>
          <a:p>
            <a:r>
              <a:rPr lang="en-IN" dirty="0"/>
              <a:t>Agent</a:t>
            </a:r>
          </a:p>
          <a:p>
            <a:r>
              <a:rPr lang="en-IN" dirty="0"/>
              <a:t>Lookups</a:t>
            </a:r>
          </a:p>
          <a:p>
            <a:r>
              <a:rPr lang="en-IN" dirty="0"/>
              <a:t>Package</a:t>
            </a:r>
          </a:p>
          <a:p>
            <a:r>
              <a:rPr lang="en-IN" dirty="0"/>
              <a:t>Events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6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0F75-B949-6AD8-375A-ED6D0983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on topics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369D6-9708-AFB9-E687-20CC8463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SOAP</a:t>
            </a:r>
          </a:p>
          <a:p>
            <a:r>
              <a:rPr lang="en-IN" dirty="0"/>
              <a:t>REST</a:t>
            </a:r>
          </a:p>
          <a:p>
            <a:r>
              <a:rPr lang="en-IN" dirty="0"/>
              <a:t>DB</a:t>
            </a:r>
          </a:p>
          <a:p>
            <a:r>
              <a:rPr lang="en-IN" dirty="0"/>
              <a:t>SOAPU UI</a:t>
            </a:r>
          </a:p>
          <a:p>
            <a:r>
              <a:rPr lang="en-IN" dirty="0"/>
              <a:t>POSTMEN</a:t>
            </a:r>
          </a:p>
          <a:p>
            <a:r>
              <a:rPr lang="en-IN" dirty="0"/>
              <a:t>BASICS OF Fusion Apps</a:t>
            </a:r>
          </a:p>
          <a:p>
            <a:r>
              <a:rPr lang="en-IN" dirty="0"/>
              <a:t>Bi Reports</a:t>
            </a:r>
          </a:p>
        </p:txBody>
      </p:sp>
    </p:spTree>
    <p:extLst>
      <p:ext uri="{BB962C8B-B14F-4D97-AF65-F5344CB8AC3E}">
        <p14:creationId xmlns:p14="http://schemas.microsoft.com/office/powerpoint/2010/main" val="281381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D144-E95E-FFC5-6301-434B7547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OIC Versions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7BA9A-EB88-8664-3353-EBC27BA3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ICS 1.0</a:t>
            </a:r>
          </a:p>
          <a:p>
            <a:r>
              <a:rPr lang="en-IN" dirty="0"/>
              <a:t>OIC 2.0  -&gt; 6</a:t>
            </a:r>
          </a:p>
          <a:p>
            <a:r>
              <a:rPr lang="en-IN" dirty="0"/>
              <a:t>OIC 3.0  -&gt; 3</a:t>
            </a:r>
          </a:p>
        </p:txBody>
      </p:sp>
    </p:spTree>
    <p:extLst>
      <p:ext uri="{BB962C8B-B14F-4D97-AF65-F5344CB8AC3E}">
        <p14:creationId xmlns:p14="http://schemas.microsoft.com/office/powerpoint/2010/main" val="327336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B975-16E3-3269-AF51-AF3E40C0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 many style/patterns in OIC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8B840-F7FA-43A4-731B-DD8EB060A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Application (App driven Orch)</a:t>
            </a:r>
          </a:p>
          <a:p>
            <a:r>
              <a:rPr lang="en-IN" dirty="0"/>
              <a:t>Schedule Applications</a:t>
            </a:r>
          </a:p>
          <a:p>
            <a:r>
              <a:rPr lang="en-IN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3345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F62E-D10C-3D88-5FB2-781FE311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Oracle Integration Cloud (OIC) Editions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01E5B-4197-DA32-D277-DD13E2040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294753"/>
              </p:ext>
            </p:extLst>
          </p:nvPr>
        </p:nvGraphicFramePr>
        <p:xfrm>
          <a:off x="838200" y="1825625"/>
          <a:ext cx="10515597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637160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7814397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13078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Standard Edition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Enterprise Edition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20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(App-to-App)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802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Prebuilt Adapters (ERP, HCM, Salesforce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87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File-Based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27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 Automation (BPM / Workflow)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Full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07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 Builder (Web &amp; Mobile App Development)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053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B2B (EDI, B2B messaging)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75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Insight (Monitoring business flows)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64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Management &amp;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Advanced API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96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Licensing 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💰 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💰 Higher (more capabilities)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890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96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FCDF-0DEF-F37B-6FC1-3FA7B928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Difference: OIC Standard vs Enterprise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585D9E-8088-9411-41F5-903195C6F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023748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7483526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6583513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83280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Standard Edition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Enterprise Edition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12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Integrations (app-to-app)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Integrations + Process Automation + B2B + 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03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Workflow / Process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Fully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015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 Builder (Web/Mobile Apps)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Not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4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B2B (EDI transactions)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38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57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Platform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202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71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4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AAAE-6EB6-AD60-9D01-205A92F1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OIC 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DBFE90-A565-26B6-EBBE-393CCA96D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4913"/>
            <a:ext cx="10515600" cy="393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7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4A8D-E483-EB0D-CF3A-7AAC657B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Integration	Flow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F371-F63E-934B-A45D-16AF0B4C9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Connection</a:t>
            </a:r>
          </a:p>
          <a:p>
            <a:r>
              <a:rPr lang="en-IN" dirty="0"/>
              <a:t>Create Integration ( Draft)</a:t>
            </a:r>
          </a:p>
          <a:p>
            <a:r>
              <a:rPr lang="en-IN" dirty="0"/>
              <a:t>Add connection to Integration ( Trigger , Invoke) and configure</a:t>
            </a:r>
          </a:p>
          <a:p>
            <a:r>
              <a:rPr lang="en-IN" dirty="0"/>
              <a:t>Data Mapping (Validate)</a:t>
            </a:r>
          </a:p>
          <a:p>
            <a:r>
              <a:rPr lang="en-IN" dirty="0"/>
              <a:t>Business Identifier ( Tracking Variables)</a:t>
            </a:r>
          </a:p>
          <a:p>
            <a:r>
              <a:rPr lang="en-IN" dirty="0"/>
              <a:t>Save the Application ( Configure)</a:t>
            </a:r>
          </a:p>
          <a:p>
            <a:r>
              <a:rPr lang="en-IN" dirty="0"/>
              <a:t>Activate Your Application</a:t>
            </a:r>
          </a:p>
          <a:p>
            <a:r>
              <a:rPr lang="en-IN" dirty="0"/>
              <a:t>Run Your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2469625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FB6E-3594-CA19-4ADD-CA917B46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870BB-AFDE-D3BB-83FD-8E100DB0D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Integration application Add Two Numbers</a:t>
            </a:r>
          </a:p>
        </p:txBody>
      </p:sp>
    </p:spTree>
    <p:extLst>
      <p:ext uri="{BB962C8B-B14F-4D97-AF65-F5344CB8AC3E}">
        <p14:creationId xmlns:p14="http://schemas.microsoft.com/office/powerpoint/2010/main" val="310508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50FB-BD47-8DA4-5961-E3AE5FF9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ABBA-7A2F-F907-245C-9D430FE87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Interoperability (Function/Methods/Operation/Procedure)</a:t>
            </a:r>
          </a:p>
          <a:p>
            <a:r>
              <a:rPr lang="en-IN" dirty="0"/>
              <a:t>Two Types </a:t>
            </a:r>
            <a:r>
              <a:rPr lang="en-IN" dirty="0" err="1"/>
              <a:t>ws</a:t>
            </a:r>
            <a:endParaRPr lang="en-IN" dirty="0"/>
          </a:p>
          <a:p>
            <a:r>
              <a:rPr lang="en-IN" dirty="0"/>
              <a:t>SOAP -&gt; Jax-</a:t>
            </a:r>
            <a:r>
              <a:rPr lang="en-IN" dirty="0" err="1"/>
              <a:t>ws</a:t>
            </a:r>
            <a:r>
              <a:rPr lang="en-IN" dirty="0"/>
              <a:t> (XML)</a:t>
            </a:r>
          </a:p>
          <a:p>
            <a:r>
              <a:rPr lang="en-IN" dirty="0"/>
              <a:t>REST -&gt; Jax-Rs(XML,JSON)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582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679B-FFF5-46E1-685D-E2419FA9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SOAP -&gt; Jax-</a:t>
            </a:r>
            <a:r>
              <a:rPr lang="en-IN" dirty="0" err="1"/>
              <a:t>ws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3F5C-903C-AA34-7C51-80BA25806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XML</a:t>
            </a:r>
          </a:p>
          <a:p>
            <a:r>
              <a:rPr lang="en-IN" dirty="0"/>
              <a:t>SOAP</a:t>
            </a:r>
          </a:p>
          <a:p>
            <a:r>
              <a:rPr lang="en-IN" dirty="0"/>
              <a:t>WSDL</a:t>
            </a:r>
          </a:p>
        </p:txBody>
      </p:sp>
    </p:spTree>
    <p:extLst>
      <p:ext uri="{BB962C8B-B14F-4D97-AF65-F5344CB8AC3E}">
        <p14:creationId xmlns:p14="http://schemas.microsoft.com/office/powerpoint/2010/main" val="3352650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FB3E-790B-33AF-A478-B940221D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JAX-RS- REST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153A9-1B31-52E0-41D7-05516E938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 Methods</a:t>
            </a:r>
          </a:p>
          <a:p>
            <a:r>
              <a:rPr lang="en-IN" dirty="0"/>
              <a:t>Get         -&gt; Select</a:t>
            </a:r>
          </a:p>
          <a:p>
            <a:r>
              <a:rPr lang="en-IN" dirty="0"/>
              <a:t>Put         -&gt; Insert/Crete</a:t>
            </a:r>
          </a:p>
          <a:p>
            <a:r>
              <a:rPr lang="en-IN" dirty="0"/>
              <a:t>Push/Patch  -&gt; Update</a:t>
            </a:r>
          </a:p>
          <a:p>
            <a:r>
              <a:rPr lang="en-IN" dirty="0"/>
              <a:t>Delete     -&gt; Delete</a:t>
            </a:r>
          </a:p>
        </p:txBody>
      </p:sp>
    </p:spTree>
    <p:extLst>
      <p:ext uri="{BB962C8B-B14F-4D97-AF65-F5344CB8AC3E}">
        <p14:creationId xmlns:p14="http://schemas.microsoft.com/office/powerpoint/2010/main" val="232384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238D-8F1C-7AA8-256D-A9FD5336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Status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B2944-79FC-354E-0735-F96971CFE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/>
              <a:t>Success (2xx)</a:t>
            </a:r>
          </a:p>
          <a:p>
            <a:r>
              <a:rPr lang="en-US" dirty="0"/>
              <a:t>Everything is sunshine here.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200 OK</a:t>
            </a:r>
            <a:r>
              <a:rPr lang="en-US" dirty="0"/>
              <a:t> Request succeeded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201 Created</a:t>
            </a:r>
            <a:r>
              <a:rPr lang="en-US" dirty="0"/>
              <a:t> A new resource got created successfully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202 Accepted</a:t>
            </a:r>
            <a:r>
              <a:rPr lang="en-US" dirty="0"/>
              <a:t> Request received but processing still happening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204 No Content</a:t>
            </a:r>
            <a:r>
              <a:rPr lang="en-US" dirty="0"/>
              <a:t> Success but nothing to return in the response body</a:t>
            </a:r>
          </a:p>
          <a:p>
            <a:r>
              <a:rPr lang="en-US" b="1" dirty="0"/>
              <a:t>🧭 Client Errors (4xx)</a:t>
            </a:r>
          </a:p>
          <a:p>
            <a:r>
              <a:rPr lang="en-US" dirty="0"/>
              <a:t>Client has some issue. Missing data, wrong path, unauthorized access.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400 Bad Request</a:t>
            </a:r>
            <a:r>
              <a:rPr lang="en-US" dirty="0"/>
              <a:t> Invalid input or malformed request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401 Unauthorized</a:t>
            </a:r>
            <a:r>
              <a:rPr lang="en-US" dirty="0"/>
              <a:t> Missing or invalid authentication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403 Forbidden</a:t>
            </a:r>
            <a:r>
              <a:rPr lang="en-US" dirty="0"/>
              <a:t> You are authenticated but not allowed to do this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404 Not Found</a:t>
            </a:r>
            <a:r>
              <a:rPr lang="en-US" dirty="0"/>
              <a:t> The resource does not exist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405 Method Not Allowed</a:t>
            </a:r>
            <a:r>
              <a:rPr lang="en-US" dirty="0"/>
              <a:t> Wrong HTTP method (using POST instead of GET, etc.)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409 Conflict</a:t>
            </a:r>
            <a:r>
              <a:rPr lang="en-US" dirty="0"/>
              <a:t> Resource conflict. Example: duplicate record insert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415 Unsupported Media Type</a:t>
            </a:r>
            <a:r>
              <a:rPr lang="en-US" dirty="0"/>
              <a:t> Body or format not supported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429 Too Many Requests</a:t>
            </a:r>
            <a:r>
              <a:rPr lang="en-US" dirty="0"/>
              <a:t> Hit the rate limit</a:t>
            </a:r>
          </a:p>
          <a:p>
            <a:r>
              <a:rPr lang="en-US" b="1" dirty="0"/>
              <a:t>💥 Server Errors (5xx)</a:t>
            </a:r>
          </a:p>
          <a:p>
            <a:r>
              <a:rPr lang="en-US" dirty="0"/>
              <a:t>Problem on server side. Client did nothing wrong.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500 Internal Server Error</a:t>
            </a:r>
            <a:r>
              <a:rPr lang="en-US" dirty="0"/>
              <a:t> Generic server crash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502 Bad Gateway</a:t>
            </a:r>
            <a:r>
              <a:rPr lang="en-US" dirty="0"/>
              <a:t> Invalid response from another service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503 Service Unavailable</a:t>
            </a:r>
            <a:r>
              <a:rPr lang="en-US" dirty="0"/>
              <a:t> Server is down or overloaded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504 Gateway Timeout</a:t>
            </a:r>
            <a:r>
              <a:rPr lang="en-US" dirty="0"/>
              <a:t> Server taking too long to respond</a:t>
            </a:r>
          </a:p>
          <a:p>
            <a:r>
              <a:rPr lang="en-US" b="1" dirty="0"/>
              <a:t>🎯 Quick suggestions for when to use what</a:t>
            </a:r>
          </a:p>
          <a:p>
            <a:r>
              <a:rPr lang="en-US" dirty="0"/>
              <a:t>• Creating an employee → </a:t>
            </a:r>
            <a:r>
              <a:rPr lang="en-US" b="1" dirty="0"/>
              <a:t>201 Created</a:t>
            </a:r>
            <a:br>
              <a:rPr lang="en-US" dirty="0"/>
            </a:br>
            <a:r>
              <a:rPr lang="en-US" dirty="0"/>
              <a:t>• Wrong date format in request → </a:t>
            </a:r>
            <a:r>
              <a:rPr lang="en-US" b="1" dirty="0"/>
              <a:t>400 Bad Request</a:t>
            </a:r>
            <a:br>
              <a:rPr lang="en-US" dirty="0"/>
            </a:br>
            <a:r>
              <a:rPr lang="en-US" dirty="0"/>
              <a:t>• JWT token expired → </a:t>
            </a:r>
            <a:r>
              <a:rPr lang="en-US" b="1" dirty="0"/>
              <a:t>401 Unauthorized</a:t>
            </a:r>
            <a:br>
              <a:rPr lang="en-US" dirty="0"/>
            </a:br>
            <a:r>
              <a:rPr lang="en-US" dirty="0"/>
              <a:t>• Trying to delete payroll when not permitted → </a:t>
            </a:r>
            <a:r>
              <a:rPr lang="en-US" b="1" dirty="0"/>
              <a:t>403 Forbidden</a:t>
            </a:r>
            <a:br>
              <a:rPr lang="en-US" dirty="0"/>
            </a:br>
            <a:r>
              <a:rPr lang="en-US" dirty="0"/>
              <a:t>• Service temporarily down for maintenance → </a:t>
            </a:r>
            <a:r>
              <a:rPr lang="en-US" b="1" dirty="0"/>
              <a:t>503 Service Unavailable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123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F8D5-BB05-E7B1-91B6-E024D20A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 connections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3E8A1F-A8B8-E02E-DDC7-9D0400E9D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199" y="1825625"/>
            <a:ext cx="90876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83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2DD6-4A6C-C7DD-E04F-A78E576C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FBDI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0728-A6CB-C7A9-540C-149E4F99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9D3E7-38F2-0274-0FB0-DDB781E33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5" y="1452282"/>
            <a:ext cx="11214846" cy="51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81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9313-FF7B-AD92-E759-979B83B5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FBDI-&gt; Use Case Import Journal Entries</a:t>
            </a:r>
            <a:br>
              <a:rPr lang="en-IN" dirty="0"/>
            </a:br>
            <a:r>
              <a:rPr lang="en-IN" dirty="0"/>
              <a:t>File Based Data Import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665FD4-C2AB-3E54-41CE-FA9971E0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C37B93-6EDC-2B98-ED05-1C80D8555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6" y="1595717"/>
            <a:ext cx="11777301" cy="45812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5D2D3D-CB22-C2BF-5B86-72BB15A7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29" y="3693365"/>
            <a:ext cx="12192000" cy="364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67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BDA1-DFDD-F1C8-9509-2F6D5173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5C92D-A784-B814-A226-D5F3807DD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A86F32-F000-C1E0-2BF0-D8AA1502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1443318"/>
            <a:ext cx="1205752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82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AB01-1686-B396-EE40-9231EF7A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9093-97A5-5D6D-D04D-789574316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REST</a:t>
            </a:r>
          </a:p>
          <a:p>
            <a:r>
              <a:rPr lang="en-IN" dirty="0"/>
              <a:t>SOAP</a:t>
            </a:r>
          </a:p>
          <a:p>
            <a:r>
              <a:rPr lang="en-IN" dirty="0"/>
              <a:t>FTP</a:t>
            </a:r>
          </a:p>
          <a:p>
            <a:r>
              <a:rPr lang="en-IN" dirty="0"/>
              <a:t>ATP</a:t>
            </a:r>
          </a:p>
          <a:p>
            <a:r>
              <a:rPr lang="en-IN" dirty="0"/>
              <a:t>HCM</a:t>
            </a:r>
          </a:p>
          <a:p>
            <a:r>
              <a:rPr lang="en-IN" dirty="0"/>
              <a:t>ERP</a:t>
            </a:r>
          </a:p>
          <a:p>
            <a:r>
              <a:rPr lang="en-IN" dirty="0"/>
              <a:t>CRP</a:t>
            </a:r>
          </a:p>
          <a:p>
            <a:r>
              <a:rPr lang="en-IN" dirty="0"/>
              <a:t>PROJ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694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0616-41A1-B831-59C5-066C419D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D070C-EBF7-57B5-79E5-BDA1B269F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547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21F8-A557-5BAE-598F-2BE6F005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2138-A23E-EF2B-1C7C-CD47DC07C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498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D183-B08E-BE6C-EF81-5A69635F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B0B19-F9C0-7B62-076A-AFB799A8D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785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D8DC-7627-919C-6571-E6E0AC29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0758-E4D0-71F7-7D7D-20DDB9E80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82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9A4E-91F8-CB70-0A3B-6C3DC2B7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5915-DCEF-0ECC-D900-498E94106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00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85ED-E985-9957-6AC0-5F14E72F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224" y="4022725"/>
            <a:ext cx="105156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6340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6214</TotalTime>
  <Words>758</Words>
  <Application>Microsoft Office PowerPoint</Application>
  <PresentationFormat>Widescreen</PresentationFormat>
  <Paragraphs>140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OIC</vt:lpstr>
      <vt:lpstr>Ways to connect OIC  (115 Adapters) </vt:lpstr>
      <vt:lpstr>Basic Building blocks in  OIC </vt:lpstr>
      <vt:lpstr>Knowledge on topics </vt:lpstr>
      <vt:lpstr>OIC Versions </vt:lpstr>
      <vt:lpstr>How  many style/patterns in OIC</vt:lpstr>
      <vt:lpstr>Oracle Integration Cloud (OIC) Editions</vt:lpstr>
      <vt:lpstr>Key Difference: OIC Standard vs Enterprise</vt:lpstr>
      <vt:lpstr>OIC Arch</vt:lpstr>
      <vt:lpstr>Steps to Integration Flow </vt:lpstr>
      <vt:lpstr>Case Study</vt:lpstr>
      <vt:lpstr>Webservice </vt:lpstr>
      <vt:lpstr>SOAP -&gt; Jax-ws</vt:lpstr>
      <vt:lpstr>JAX-RS- REST Services</vt:lpstr>
      <vt:lpstr>Status Code</vt:lpstr>
      <vt:lpstr>Db connections example</vt:lpstr>
      <vt:lpstr>FBDI</vt:lpstr>
      <vt:lpstr>FBDI-&gt; Use Case Import Journal Entries File Based Data Import</vt:lpstr>
      <vt:lpstr>HDL</vt:lpstr>
      <vt:lpstr>Connections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Nageswara Nandimalla</dc:creator>
  <cp:lastModifiedBy>Nageswara Nandimalla</cp:lastModifiedBy>
  <cp:revision>8</cp:revision>
  <dcterms:created xsi:type="dcterms:W3CDTF">2025-10-27T14:27:22Z</dcterms:created>
  <dcterms:modified xsi:type="dcterms:W3CDTF">2025-11-05T04:07:19Z</dcterms:modified>
</cp:coreProperties>
</file>